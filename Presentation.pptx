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3CAF71-9B82-4308-98FA-5C6ABCBBD688}" v="752" dt="2026-06-14T17:01:52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8613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600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3098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9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9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8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7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891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57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68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8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4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Защита проекта</a:t>
            </a:r>
            <a:br>
              <a:rPr lang="ru-RU" dirty="0"/>
            </a:br>
            <a:r>
              <a:rPr lang="ru-RU"/>
              <a:t>Task-manager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Козлов Никита</a:t>
            </a:r>
          </a:p>
          <a:p>
            <a:r>
              <a:rPr lang="ru-RU"/>
              <a:t>Роль : Devops-специалист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989EE3-3633-C2DF-6FF6-28897958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Техническое описание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CCA77C-B5F5-BD70-1BF8-9BE1A83BA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034733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Архитектурная схема</a:t>
            </a:r>
          </a:p>
          <a:p>
            <a:pPr marL="0" indent="0">
              <a:buNone/>
            </a:pPr>
            <a:r>
              <a:rPr lang="ru-RU"/>
              <a:t>Тип архитектуры: Автономное приложение</a:t>
            </a:r>
            <a:endParaRPr lang="ru-RU">
              <a:latin typeface="Century Schoolbook"/>
            </a:endParaRPr>
          </a:p>
          <a:p>
            <a:pPr marL="0" indent="0">
              <a:buNone/>
            </a:pPr>
            <a:r>
              <a:rPr lang="ru-RU"/>
              <a:t>Схема взаимодействие : Графический интерфейс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E07D7-5A86-DED4-8DCC-96BDCED903AF}"/>
              </a:ext>
            </a:extLst>
          </p:cNvPr>
          <p:cNvSpPr txBox="1"/>
          <p:nvPr/>
        </p:nvSpPr>
        <p:spPr>
          <a:xfrm>
            <a:off x="6585044" y="1967552"/>
            <a:ext cx="417394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/>
              <a:t>Стек технологий</a:t>
            </a:r>
          </a:p>
          <a:p>
            <a:endParaRPr lang="ru-RU" dirty="0"/>
          </a:p>
          <a:p>
            <a:r>
              <a:rPr lang="ru-RU"/>
              <a:t>Язык программирование : c#</a:t>
            </a:r>
          </a:p>
          <a:p>
            <a:endParaRPr lang="ru-RU" dirty="0"/>
          </a:p>
          <a:p>
            <a:r>
              <a:rPr lang="ru-RU"/>
              <a:t>UI-Фреймворк : wpf</a:t>
            </a:r>
          </a:p>
          <a:p>
            <a:endParaRPr lang="ru-RU" dirty="0"/>
          </a:p>
          <a:p>
            <a:r>
              <a:rPr lang="ru-RU"/>
              <a:t>База данных : SqlLite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913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1E2CA-F981-5151-7EFC-7C7B42A98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056EDD-9A9D-360C-A7D2-6C3F22A51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5774823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Выявленные проблемы:</a:t>
            </a:r>
          </a:p>
          <a:p>
            <a:pPr>
              <a:buNone/>
            </a:pPr>
            <a:r>
              <a:rPr lang="ru-RU" b="1">
                <a:solidFill>
                  <a:srgbClr val="0F1115"/>
                </a:solidFill>
                <a:highlight>
                  <a:srgbClr val="FFFFFF"/>
                </a:highlight>
              </a:rPr>
              <a:t>Уязвимости: 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</a:rPr>
              <a:t>жёстко зашитые параметры подключения к СУБД</a:t>
            </a:r>
            <a:endParaRPr lang="ru-RU"/>
          </a:p>
          <a:p>
            <a:pPr>
              <a:buNone/>
            </a:pPr>
            <a:r>
              <a:rPr lang="ru-RU" b="1">
                <a:solidFill>
                  <a:srgbClr val="0F1115"/>
                </a:solidFill>
                <a:highlight>
                  <a:srgbClr val="FFFFFF"/>
                </a:highlight>
              </a:rPr>
              <a:t>Изоляция секретов: 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</a:rPr>
              <a:t>отсутствие отдельного файла для конфиденциальных данных</a:t>
            </a:r>
            <a:endParaRPr lang="ru-RU"/>
          </a:p>
          <a:p>
            <a:pPr>
              <a:buNone/>
            </a:pPr>
            <a:r>
              <a:rPr lang="ru-RU" b="1">
                <a:solidFill>
                  <a:srgbClr val="0F1115"/>
                </a:solidFill>
                <a:highlight>
                  <a:srgbClr val="FFFFFF"/>
                </a:highlight>
              </a:rPr>
              <a:t>Риски: 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</a:rPr>
              <a:t>случайный коммит приватных данных и названий файлов</a:t>
            </a:r>
            <a:endParaRPr lang="ru-RU"/>
          </a:p>
          <a:p>
            <a:pPr>
              <a:buNone/>
            </a:pPr>
            <a:endParaRPr lang="ru-RU" dirty="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FC69C4-2B74-7A2D-9D48-94749EEFFCBC}"/>
              </a:ext>
            </a:extLst>
          </p:cNvPr>
          <p:cNvSpPr txBox="1"/>
          <p:nvPr/>
        </p:nvSpPr>
        <p:spPr>
          <a:xfrm>
            <a:off x="7563134" y="1831074"/>
            <a:ext cx="372128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Вынести имя базы данных и параметры подключения в 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локальный файл (.env)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endParaRPr lang="ru-RU" dirty="0">
              <a:solidFill>
                <a:srgbClr val="0F1115"/>
              </a:solidFill>
              <a:highlight>
                <a:srgbClr val="FFFFFF"/>
              </a:highlight>
            </a:endParaRPr>
          </a:p>
          <a:p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Создать файл .env</a:t>
            </a:r>
            <a:r>
              <a:rPr lang="ru-RU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для хранения логинов, паролей, имен 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ru-RU" dirty="0">
              <a:solidFill>
                <a:srgbClr val="0F1115"/>
              </a:solidFill>
              <a:highlight>
                <a:srgbClr val="FFFFFF"/>
              </a:highlight>
            </a:endParaRPr>
          </a:p>
          <a:p>
            <a:r>
              <a:rPr lang="ru-RU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Настроить .gitignore так, чтобы 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исключить: </a:t>
            </a:r>
            <a:endParaRPr lang="ru-RU" dirty="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локальные базы данных</a:t>
            </a:r>
            <a:endParaRPr lang="ru-RU" dirty="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файлы с секретами 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039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3F4E5A-C9EE-4859-B46B-F018F7D73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A5B44-DD77-F419-076B-D9B82CAF9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4564674"/>
            <a:ext cx="4010820" cy="1615461"/>
          </a:xfrm>
        </p:spPr>
        <p:txBody>
          <a:bodyPr anchor="ctr">
            <a:normAutofit/>
          </a:bodyPr>
          <a:lstStyle/>
          <a:p>
            <a:r>
              <a:rPr lang="ru-RU" sz="3200"/>
              <a:t>Сквозное логгирование и мониторинг</a:t>
            </a:r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3E8BCE-D2BB-01D2-F45A-B4E9DFE33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638"/>
          <a:stretch>
            <a:fillRect/>
          </a:stretch>
        </p:blipFill>
        <p:spPr>
          <a:xfrm>
            <a:off x="20" y="1"/>
            <a:ext cx="11292820" cy="421270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1A955B-D579-48FD-A51C-51B0C0B6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3000" y="4813604"/>
            <a:ext cx="0" cy="1117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A4F11A-8853-D6E4-32CE-BA0A60B69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8640" y="4564673"/>
            <a:ext cx="5665871" cy="16154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600" b="1"/>
              <a:t>Используемый инструмент :</a:t>
            </a:r>
          </a:p>
          <a:p>
            <a:r>
              <a:rPr lang="ru-RU" sz="1600"/>
              <a:t>Библиотека SERILOG</a:t>
            </a:r>
          </a:p>
          <a:p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3140324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5A5C2-E36C-085B-8EE0-79535E4C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Резервное копирование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76C6A9-0AFF-CBC9-5759-6E6808191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b="1"/>
              <a:t>Логика работы скрипта:</a:t>
            </a:r>
            <a:endParaRPr lang="ru-RU"/>
          </a:p>
          <a:p>
            <a:r>
              <a:rPr lang="ru-RU" b="1"/>
              <a:t>Автоматическое создание бэкапа проекта</a:t>
            </a:r>
            <a:endParaRPr lang="ru-RU" b="1" dirty="0"/>
          </a:p>
          <a:p>
            <a:r>
              <a:rPr lang="ru-RU" b="1"/>
              <a:t>Генерация уникальных имён </a:t>
            </a:r>
          </a:p>
          <a:p>
            <a:r>
              <a:rPr lang="ru-RU" b="1"/>
              <a:t>Безопасное копирование файла локальной субд 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834121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2059A-9621-5F8E-FBD5-E58B969D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Восстановнеие данных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E1F68-8B42-2107-3110-FBA32B325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Назначение: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восстановление SQLite-БД из SQL-дампа </a:t>
            </a:r>
            <a:endParaRPr lang="ru-RU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ru-RU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Алгоритм:</a:t>
            </a:r>
            <a:endParaRPr lang="ru-RU" b="1"/>
          </a:p>
          <a:p>
            <a:pPr>
              <a:buFont typeface="Arial"/>
              <a:buChar char="•"/>
            </a:pP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Загрузить имя БД из .env</a:t>
            </a:r>
            <a:endParaRPr lang="ru-RU">
              <a:solidFill>
                <a:srgbClr val="0F1115"/>
              </a:solidFill>
              <a:highlight>
                <a:srgbClr val="EBEEF2"/>
              </a:highlight>
              <a:latin typeface="Consolas"/>
            </a:endParaRPr>
          </a:p>
          <a:p>
            <a:pPr>
              <a:buFont typeface="Arial"/>
              <a:buChar char="•"/>
            </a:pP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Проверить наличие dump.sql</a:t>
            </a:r>
            <a:endParaRPr lang="ru-RU">
              <a:solidFill>
                <a:srgbClr val="0F1115"/>
              </a:solidFill>
              <a:highlight>
                <a:srgbClr val="EBEEF2"/>
              </a:highlight>
              <a:latin typeface="Consolas"/>
            </a:endParaRPr>
          </a:p>
          <a:p>
            <a:pPr>
              <a:buFont typeface="Arial"/>
              <a:buChar char="•"/>
            </a:pP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Сохранить повреждённую БД 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Проверить успешность; при ошибке — откатить.</a:t>
            </a:r>
            <a:endParaRPr lang="ru-RU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873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5F4DD-5B15-5817-8345-294086BF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C4DA5-7D12-F72C-55DB-9C4911D16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Безопасность: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секреты подключения к БД вынесены в .env, который исключён из репозитория.</a:t>
            </a:r>
            <a:endParaRPr lang="ru-RU"/>
          </a:p>
          <a:p>
            <a:r>
              <a:rPr lang="ru-RU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Качество кода: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проведён синтаксический аудит, код отформатирован через dot formant</a:t>
            </a:r>
            <a:endParaRPr lang="ru-RU">
              <a:solidFill>
                <a:srgbClr val="0F1115"/>
              </a:solidFill>
              <a:highlight>
                <a:srgbClr val="EBEEF2"/>
              </a:highlight>
              <a:latin typeface="Consolas"/>
            </a:endParaRPr>
          </a:p>
          <a:p>
            <a:r>
              <a:rPr lang="ru-RU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Наблюдаемость: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внедрён Serilog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ru-RU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Отказоустойчивость:</a:t>
            </a:r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созданы и протестированы скрипты</a:t>
            </a: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ru-RU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для дампа и бэка DB</a:t>
            </a:r>
            <a:endParaRPr lang="ru-RU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919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3F05F-BD7D-2112-1B82-D1749C7B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262CC0-C9C7-4917-C947-116D6805E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21288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View</vt:lpstr>
      <vt:lpstr>Защита проекта Task-manager</vt:lpstr>
      <vt:lpstr>Техническое описание</vt:lpstr>
      <vt:lpstr>Результаты</vt:lpstr>
      <vt:lpstr>Сквозное логгирование и мониторинг</vt:lpstr>
      <vt:lpstr>Резервное копирование </vt:lpstr>
      <vt:lpstr>Восстановнеие данных 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99</cp:revision>
  <dcterms:created xsi:type="dcterms:W3CDTF">2026-06-14T16:43:37Z</dcterms:created>
  <dcterms:modified xsi:type="dcterms:W3CDTF">2026-06-14T17:02:01Z</dcterms:modified>
</cp:coreProperties>
</file>